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5400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A7FD"/>
    <a:srgbClr val="342F7B"/>
    <a:srgbClr val="7CACC3"/>
    <a:srgbClr val="65869E"/>
    <a:srgbClr val="0B508F"/>
    <a:srgbClr val="2F4576"/>
    <a:srgbClr val="FFFFFF"/>
    <a:srgbClr val="ADC7D3"/>
    <a:srgbClr val="D6E3E9"/>
    <a:srgbClr val="657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0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83861"/>
            <a:ext cx="4590574" cy="1880235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836605"/>
            <a:ext cx="4050506" cy="130391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417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76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346420"/>
            <a:ext cx="4658082" cy="22465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614203"/>
            <a:ext cx="4658082" cy="118139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52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437680"/>
            <a:ext cx="2295287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437680"/>
            <a:ext cx="2295287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88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537"/>
            <a:ext cx="4658082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323916"/>
            <a:ext cx="2284738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972747"/>
            <a:ext cx="2284738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323916"/>
            <a:ext cx="2295990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972747"/>
            <a:ext cx="2295990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779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45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714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77598"/>
            <a:ext cx="2734092" cy="383798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30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77598"/>
            <a:ext cx="2734092" cy="3837980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92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2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87536"/>
            <a:ext cx="1164521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87536"/>
            <a:ext cx="3426053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272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87537"/>
            <a:ext cx="465808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437680"/>
            <a:ext cx="465808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38352-D966-4C16-A598-21FA4955DB5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5005627"/>
            <a:ext cx="182272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602F4-3A63-42D7-9288-1E71B6804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34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E486D58-04DC-3453-5D1C-57ADC8762FD4}"/>
              </a:ext>
            </a:extLst>
          </p:cNvPr>
          <p:cNvSpPr/>
          <p:nvPr/>
        </p:nvSpPr>
        <p:spPr>
          <a:xfrm rot="5400000">
            <a:off x="1880589" y="1553993"/>
            <a:ext cx="1639495" cy="2292687"/>
          </a:xfrm>
          <a:custGeom>
            <a:avLst/>
            <a:gdLst>
              <a:gd name="csX0" fmla="*/ 1708957 w 2576946"/>
              <a:gd name="csY0" fmla="*/ 3011584 h 3603629"/>
              <a:gd name="csX1" fmla="*/ 1722376 w 2576946"/>
              <a:gd name="csY1" fmla="*/ 3029072 h 3603629"/>
              <a:gd name="csX2" fmla="*/ 1761717 w 2576946"/>
              <a:gd name="csY2" fmla="*/ 3018529 h 3603629"/>
              <a:gd name="csX3" fmla="*/ 1751177 w 2576946"/>
              <a:gd name="csY3" fmla="*/ 2979188 h 3603629"/>
              <a:gd name="csX4" fmla="*/ 1711834 w 2576946"/>
              <a:gd name="csY4" fmla="*/ 2989730 h 3603629"/>
              <a:gd name="csX5" fmla="*/ 1253061 w 2576946"/>
              <a:gd name="csY5" fmla="*/ 506751 h 3603629"/>
              <a:gd name="csX6" fmla="*/ 1503919 w 2576946"/>
              <a:gd name="csY6" fmla="*/ 471195 h 3603629"/>
              <a:gd name="csX7" fmla="*/ 1643283 w 2576946"/>
              <a:gd name="csY7" fmla="*/ 624793 h 3603629"/>
              <a:gd name="csX8" fmla="*/ 1485573 w 2576946"/>
              <a:gd name="csY8" fmla="*/ 536438 h 3603629"/>
              <a:gd name="csX9" fmla="*/ 1253061 w 2576946"/>
              <a:gd name="csY9" fmla="*/ 506751 h 3603629"/>
              <a:gd name="csX10" fmla="*/ 1182827 w 2576946"/>
              <a:gd name="csY10" fmla="*/ 3271233 h 3603629"/>
              <a:gd name="csX11" fmla="*/ 1498249 w 2576946"/>
              <a:gd name="csY11" fmla="*/ 3315941 h 3603629"/>
              <a:gd name="csX12" fmla="*/ 1673480 w 2576946"/>
              <a:gd name="csY12" fmla="*/ 3122810 h 3603629"/>
              <a:gd name="csX13" fmla="*/ 1475181 w 2576946"/>
              <a:gd name="csY13" fmla="*/ 3233907 h 3603629"/>
              <a:gd name="csX14" fmla="*/ 1182827 w 2576946"/>
              <a:gd name="csY14" fmla="*/ 3271233 h 3603629"/>
              <a:gd name="csX15" fmla="*/ 1084964 w 2576946"/>
              <a:gd name="csY15" fmla="*/ 558111 h 3603629"/>
              <a:gd name="csX16" fmla="*/ 1090959 w 2576946"/>
              <a:gd name="csY16" fmla="*/ 540285 h 3603629"/>
              <a:gd name="csX17" fmla="*/ 1155657 w 2576946"/>
              <a:gd name="csY17" fmla="*/ 522949 h 3603629"/>
              <a:gd name="csX18" fmla="*/ 1172992 w 2576946"/>
              <a:gd name="csY18" fmla="*/ 587647 h 3603629"/>
              <a:gd name="csX19" fmla="*/ 1108294 w 2576946"/>
              <a:gd name="csY19" fmla="*/ 604983 h 3603629"/>
              <a:gd name="csX20" fmla="*/ 1086228 w 2576946"/>
              <a:gd name="csY20" fmla="*/ 576222 h 3603629"/>
              <a:gd name="csX21" fmla="*/ 1084964 w 2576946"/>
              <a:gd name="csY21" fmla="*/ 558111 h 3603629"/>
              <a:gd name="csX22" fmla="*/ 963490 w 2576946"/>
              <a:gd name="csY22" fmla="*/ 3121291 h 3603629"/>
              <a:gd name="csX23" fmla="*/ 1026269 w 2576946"/>
              <a:gd name="csY23" fmla="*/ 3200719 h 3603629"/>
              <a:gd name="csX24" fmla="*/ 1096570 w 2576946"/>
              <a:gd name="csY24" fmla="*/ 3120727 h 3603629"/>
              <a:gd name="csX25" fmla="*/ 978574 w 2576946"/>
              <a:gd name="csY25" fmla="*/ 3091186 h 3603629"/>
              <a:gd name="csX26" fmla="*/ 963490 w 2576946"/>
              <a:gd name="csY26" fmla="*/ 3121291 h 3603629"/>
              <a:gd name="csX27" fmla="*/ 849303 w 2576946"/>
              <a:gd name="csY27" fmla="*/ 2907337 h 3603629"/>
              <a:gd name="csX28" fmla="*/ 850565 w 2576946"/>
              <a:gd name="csY28" fmla="*/ 2925449 h 3603629"/>
              <a:gd name="csX29" fmla="*/ 872632 w 2576946"/>
              <a:gd name="csY29" fmla="*/ 2954207 h 3603629"/>
              <a:gd name="csX30" fmla="*/ 937330 w 2576946"/>
              <a:gd name="csY30" fmla="*/ 2936871 h 3603629"/>
              <a:gd name="csX31" fmla="*/ 919994 w 2576946"/>
              <a:gd name="csY31" fmla="*/ 2872173 h 3603629"/>
              <a:gd name="csX32" fmla="*/ 855297 w 2576946"/>
              <a:gd name="csY32" fmla="*/ 2889510 h 3603629"/>
              <a:gd name="csX33" fmla="*/ 849303 w 2576946"/>
              <a:gd name="csY33" fmla="*/ 2907337 h 3603629"/>
              <a:gd name="csX34" fmla="*/ 260278 w 2576946"/>
              <a:gd name="csY34" fmla="*/ 1542214 h 3603629"/>
              <a:gd name="csX35" fmla="*/ 429934 w 2576946"/>
              <a:gd name="csY35" fmla="*/ 1959439 h 3603629"/>
              <a:gd name="csX36" fmla="*/ 763993 w 2576946"/>
              <a:gd name="csY36" fmla="*/ 2658540 h 3603629"/>
              <a:gd name="csX37" fmla="*/ 891644 w 2576946"/>
              <a:gd name="csY37" fmla="*/ 2651285 h 3603629"/>
              <a:gd name="csX38" fmla="*/ 800909 w 2576946"/>
              <a:gd name="csY38" fmla="*/ 1920726 h 3603629"/>
              <a:gd name="csX39" fmla="*/ 1710376 w 2576946"/>
              <a:gd name="csY39" fmla="*/ 1982767 h 3603629"/>
              <a:gd name="csX40" fmla="*/ 1710361 w 2576946"/>
              <a:gd name="csY40" fmla="*/ 2758879 h 3603629"/>
              <a:gd name="csX41" fmla="*/ 1843264 w 2576946"/>
              <a:gd name="csY41" fmla="*/ 2798036 h 3603629"/>
              <a:gd name="csX42" fmla="*/ 2115887 w 2576946"/>
              <a:gd name="csY42" fmla="*/ 1946297 h 3603629"/>
              <a:gd name="csX43" fmla="*/ 1279735 w 2576946"/>
              <a:gd name="csY43" fmla="*/ 326494 h 3603629"/>
              <a:gd name="csX44" fmla="*/ 421445 w 2576946"/>
              <a:gd name="csY44" fmla="*/ 1423911 h 3603629"/>
              <a:gd name="csX45" fmla="*/ 260278 w 2576946"/>
              <a:gd name="csY45" fmla="*/ 1542214 h 3603629"/>
              <a:gd name="csX46" fmla="*/ 0 w 2576946"/>
              <a:gd name="csY46" fmla="*/ 3603629 h 3603629"/>
              <a:gd name="csX47" fmla="*/ 0 w 2576946"/>
              <a:gd name="csY47" fmla="*/ 1288473 h 3603629"/>
              <a:gd name="csX48" fmla="*/ 1288473 w 2576946"/>
              <a:gd name="csY48" fmla="*/ 0 h 3603629"/>
              <a:gd name="csX49" fmla="*/ 2576946 w 2576946"/>
              <a:gd name="csY49" fmla="*/ 1288473 h 3603629"/>
              <a:gd name="csX50" fmla="*/ 2576945 w 2576946"/>
              <a:gd name="csY50" fmla="*/ 3603629 h 3603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2576946" h="3603629">
                <a:moveTo>
                  <a:pt x="1708957" y="3011584"/>
                </a:moveTo>
                <a:lnTo>
                  <a:pt x="1722376" y="3029072"/>
                </a:lnTo>
                <a:cubicBezTo>
                  <a:pt x="1736151" y="3037025"/>
                  <a:pt x="1753764" y="3032305"/>
                  <a:pt x="1761717" y="3018529"/>
                </a:cubicBezTo>
                <a:cubicBezTo>
                  <a:pt x="1769670" y="3004755"/>
                  <a:pt x="1764951" y="2987140"/>
                  <a:pt x="1751177" y="2979188"/>
                </a:cubicBezTo>
                <a:cubicBezTo>
                  <a:pt x="1737401" y="2971235"/>
                  <a:pt x="1719787" y="2975955"/>
                  <a:pt x="1711834" y="2989730"/>
                </a:cubicBezTo>
                <a:close/>
                <a:moveTo>
                  <a:pt x="1253061" y="506751"/>
                </a:moveTo>
                <a:cubicBezTo>
                  <a:pt x="1240340" y="444626"/>
                  <a:pt x="1409085" y="434167"/>
                  <a:pt x="1503919" y="471195"/>
                </a:cubicBezTo>
                <a:cubicBezTo>
                  <a:pt x="1598753" y="508221"/>
                  <a:pt x="1687547" y="600281"/>
                  <a:pt x="1643283" y="624793"/>
                </a:cubicBezTo>
                <a:cubicBezTo>
                  <a:pt x="1597075" y="650384"/>
                  <a:pt x="1614567" y="595469"/>
                  <a:pt x="1485573" y="536438"/>
                </a:cubicBezTo>
                <a:cubicBezTo>
                  <a:pt x="1334809" y="467442"/>
                  <a:pt x="1265783" y="568876"/>
                  <a:pt x="1253061" y="506751"/>
                </a:cubicBezTo>
                <a:close/>
                <a:moveTo>
                  <a:pt x="1182827" y="3271233"/>
                </a:moveTo>
                <a:cubicBezTo>
                  <a:pt x="1166832" y="3349348"/>
                  <a:pt x="1379008" y="3362497"/>
                  <a:pt x="1498249" y="3315941"/>
                </a:cubicBezTo>
                <a:cubicBezTo>
                  <a:pt x="1617489" y="3269384"/>
                  <a:pt x="1729137" y="3153631"/>
                  <a:pt x="1673480" y="3122810"/>
                </a:cubicBezTo>
                <a:cubicBezTo>
                  <a:pt x="1615380" y="3090633"/>
                  <a:pt x="1637374" y="3159680"/>
                  <a:pt x="1475181" y="3233907"/>
                </a:cubicBezTo>
                <a:cubicBezTo>
                  <a:pt x="1285615" y="3320660"/>
                  <a:pt x="1198823" y="3193118"/>
                  <a:pt x="1182827" y="3271233"/>
                </a:cubicBezTo>
                <a:close/>
                <a:moveTo>
                  <a:pt x="1084964" y="558111"/>
                </a:moveTo>
                <a:cubicBezTo>
                  <a:pt x="1085722" y="552006"/>
                  <a:pt x="1087689" y="545948"/>
                  <a:pt x="1090959" y="540285"/>
                </a:cubicBezTo>
                <a:cubicBezTo>
                  <a:pt x="1104037" y="517632"/>
                  <a:pt x="1133004" y="509871"/>
                  <a:pt x="1155657" y="522949"/>
                </a:cubicBezTo>
                <a:cubicBezTo>
                  <a:pt x="1178309" y="536028"/>
                  <a:pt x="1186071" y="564993"/>
                  <a:pt x="1172992" y="587647"/>
                </a:cubicBezTo>
                <a:cubicBezTo>
                  <a:pt x="1159914" y="610299"/>
                  <a:pt x="1130947" y="618060"/>
                  <a:pt x="1108294" y="604983"/>
                </a:cubicBezTo>
                <a:cubicBezTo>
                  <a:pt x="1096968" y="598444"/>
                  <a:pt x="1089365" y="587931"/>
                  <a:pt x="1086228" y="576222"/>
                </a:cubicBezTo>
                <a:cubicBezTo>
                  <a:pt x="1084659" y="570370"/>
                  <a:pt x="1084207" y="564217"/>
                  <a:pt x="1084964" y="558111"/>
                </a:cubicBezTo>
                <a:close/>
                <a:moveTo>
                  <a:pt x="963490" y="3121291"/>
                </a:moveTo>
                <a:cubicBezTo>
                  <a:pt x="965706" y="3155503"/>
                  <a:pt x="983540" y="3192870"/>
                  <a:pt x="1026269" y="3200719"/>
                </a:cubicBezTo>
                <a:cubicBezTo>
                  <a:pt x="1067585" y="3208308"/>
                  <a:pt x="1116340" y="3160275"/>
                  <a:pt x="1096570" y="3120727"/>
                </a:cubicBezTo>
                <a:cubicBezTo>
                  <a:pt x="1076801" y="3081179"/>
                  <a:pt x="1040464" y="3057783"/>
                  <a:pt x="978574" y="3091186"/>
                </a:cubicBezTo>
                <a:cubicBezTo>
                  <a:pt x="966858" y="3099295"/>
                  <a:pt x="962752" y="3109887"/>
                  <a:pt x="963490" y="3121291"/>
                </a:cubicBezTo>
                <a:close/>
                <a:moveTo>
                  <a:pt x="849303" y="2907337"/>
                </a:moveTo>
                <a:cubicBezTo>
                  <a:pt x="848545" y="2913442"/>
                  <a:pt x="848997" y="2919595"/>
                  <a:pt x="850565" y="2925449"/>
                </a:cubicBezTo>
                <a:cubicBezTo>
                  <a:pt x="853702" y="2937157"/>
                  <a:pt x="861306" y="2947669"/>
                  <a:pt x="872632" y="2954207"/>
                </a:cubicBezTo>
                <a:cubicBezTo>
                  <a:pt x="895285" y="2967286"/>
                  <a:pt x="924252" y="2959525"/>
                  <a:pt x="937330" y="2936871"/>
                </a:cubicBezTo>
                <a:cubicBezTo>
                  <a:pt x="950408" y="2914218"/>
                  <a:pt x="942647" y="2885253"/>
                  <a:pt x="919994" y="2872173"/>
                </a:cubicBezTo>
                <a:cubicBezTo>
                  <a:pt x="897342" y="2859095"/>
                  <a:pt x="868375" y="2866857"/>
                  <a:pt x="855297" y="2889510"/>
                </a:cubicBezTo>
                <a:cubicBezTo>
                  <a:pt x="852027" y="2895173"/>
                  <a:pt x="850060" y="2901230"/>
                  <a:pt x="849303" y="2907337"/>
                </a:cubicBezTo>
                <a:close/>
                <a:moveTo>
                  <a:pt x="260278" y="1542214"/>
                </a:moveTo>
                <a:cubicBezTo>
                  <a:pt x="255168" y="1659868"/>
                  <a:pt x="361128" y="1839647"/>
                  <a:pt x="429934" y="1959439"/>
                </a:cubicBezTo>
                <a:cubicBezTo>
                  <a:pt x="537955" y="2147507"/>
                  <a:pt x="863518" y="2471481"/>
                  <a:pt x="763993" y="2658540"/>
                </a:cubicBezTo>
                <a:cubicBezTo>
                  <a:pt x="698879" y="2780924"/>
                  <a:pt x="885491" y="2774253"/>
                  <a:pt x="891644" y="2651285"/>
                </a:cubicBezTo>
                <a:cubicBezTo>
                  <a:pt x="897798" y="2528316"/>
                  <a:pt x="604686" y="2229115"/>
                  <a:pt x="800909" y="1920726"/>
                </a:cubicBezTo>
                <a:cubicBezTo>
                  <a:pt x="987264" y="1627846"/>
                  <a:pt x="1485065" y="1536367"/>
                  <a:pt x="1710376" y="1982767"/>
                </a:cubicBezTo>
                <a:cubicBezTo>
                  <a:pt x="1803255" y="2166784"/>
                  <a:pt x="1720861" y="2608348"/>
                  <a:pt x="1710361" y="2758879"/>
                </a:cubicBezTo>
                <a:cubicBezTo>
                  <a:pt x="1698963" y="2922290"/>
                  <a:pt x="1928078" y="2914146"/>
                  <a:pt x="1843264" y="2798036"/>
                </a:cubicBezTo>
                <a:cubicBezTo>
                  <a:pt x="1758452" y="2681928"/>
                  <a:pt x="2010270" y="2355378"/>
                  <a:pt x="2115887" y="1946297"/>
                </a:cubicBezTo>
                <a:cubicBezTo>
                  <a:pt x="2323225" y="1143224"/>
                  <a:pt x="2024395" y="212343"/>
                  <a:pt x="1279735" y="326494"/>
                </a:cubicBezTo>
                <a:cubicBezTo>
                  <a:pt x="626135" y="426686"/>
                  <a:pt x="903902" y="1426074"/>
                  <a:pt x="421445" y="1423911"/>
                </a:cubicBezTo>
                <a:cubicBezTo>
                  <a:pt x="306393" y="1423395"/>
                  <a:pt x="263343" y="1471622"/>
                  <a:pt x="260278" y="1542214"/>
                </a:cubicBezTo>
                <a:close/>
                <a:moveTo>
                  <a:pt x="0" y="3603629"/>
                </a:moveTo>
                <a:lnTo>
                  <a:pt x="0" y="1288473"/>
                </a:lnTo>
                <a:cubicBezTo>
                  <a:pt x="0" y="576869"/>
                  <a:pt x="576869" y="0"/>
                  <a:pt x="1288473" y="0"/>
                </a:cubicBezTo>
                <a:cubicBezTo>
                  <a:pt x="2000077" y="0"/>
                  <a:pt x="2576946" y="576869"/>
                  <a:pt x="2576946" y="1288473"/>
                </a:cubicBezTo>
                <a:cubicBezTo>
                  <a:pt x="2576946" y="2060192"/>
                  <a:pt x="2576945" y="2831910"/>
                  <a:pt x="2576945" y="3603629"/>
                </a:cubicBezTo>
                <a:close/>
              </a:path>
            </a:pathLst>
          </a:custGeom>
          <a:gradFill>
            <a:gsLst>
              <a:gs pos="100000">
                <a:srgbClr val="D6E3E9"/>
              </a:gs>
              <a:gs pos="68000">
                <a:srgbClr val="65869E"/>
              </a:gs>
              <a:gs pos="33000">
                <a:srgbClr val="2F4576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452"/>
          </a:p>
        </p:txBody>
      </p:sp>
    </p:spTree>
    <p:extLst>
      <p:ext uri="{BB962C8B-B14F-4D97-AF65-F5344CB8AC3E}">
        <p14:creationId xmlns:p14="http://schemas.microsoft.com/office/powerpoint/2010/main" val="1343496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Saini Jatin Rao</dc:creator>
  <cp:lastModifiedBy>Saini Jatin Rao</cp:lastModifiedBy>
  <cp:revision>9</cp:revision>
  <dcterms:created xsi:type="dcterms:W3CDTF">2026-07-13T19:28:03Z</dcterms:created>
  <dcterms:modified xsi:type="dcterms:W3CDTF">2026-09-11T09:58:14Z</dcterms:modified>
</cp:coreProperties>
</file>